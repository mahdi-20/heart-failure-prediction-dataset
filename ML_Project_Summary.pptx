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Heart Failure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5722"/>
                </a:solidFill>
              </a:defRPr>
            </a:pPr>
            <a:r>
              <a:t>Machine Learning Analysis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Advanced ML &amp; Data Analytics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Project Overview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1A237E"/>
                </a:solidFill>
              </a:defRPr>
            </a:pPr>
            <a:r>
              <a:t>OBJECTIVE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Develop and deploy a machine learning model to predict heart failure risk using clinical patient data.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1A237E"/>
                </a:solidFill>
              </a:defRPr>
            </a:pPr>
            <a:r>
              <a:t>DATASET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918 patient records | 11 clinical features | Binary classification (Yes/No disease)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Data Quality: 100% complete, 0 missing values, stratified 80/20 train-test split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1A237E"/>
                </a:solidFill>
              </a:defRPr>
            </a:pPr>
            <a:r>
              <a:t>MODELS EVALUATED (6 Total)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Traditional ML: Logistic Regression, SVM (Linear &amp; RBF), Decision Tree, Random Forest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Deep Learning: Neural Network (3-4 layer architecture with Dropout)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1A237E"/>
                </a:solidFill>
              </a:defRPr>
            </a:pPr>
            <a:r>
              <a:t>EVALUATION METRICS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5-fold Stratified Cross-Validation for robust assessment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Metrics: Accuracy, ROC-AUC, Recall, Precision, F1-Score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1A237E"/>
                </a:solidFill>
              </a:defRPr>
            </a:pPr>
            <a:r>
              <a:t>BEST MODEL: Random Forest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Test ROC-AUC: 0.9239 | Test Accuracy: 86.41% | Test Recall: 87.25%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• Excellent generalization with minimal CV-Test gap (0.03%)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1A237E"/>
                </a:solidFill>
              </a:defRPr>
            </a:pPr>
            <a:r>
              <a:t>DEPLOYMENT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Interactive Streamlit web application for real-time predictions with patient history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Key Results &amp;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A237E"/>
                </a:solidFill>
              </a:defRPr>
            </a:pPr>
            <a:r>
              <a:t>MODEL PERFORMANCE RANKING (by ROC-AUC)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FF5722"/>
                </a:solidFill>
              </a:defRPr>
            </a:pPr>
            <a:r>
              <a:t>1. Random Forest        | AUC: 0.9239 | Accuracy: 86.41% | Recall: 87.25% ✓ SELECTED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SVM (RBF)          | AUC: 0.9120 | Accuracy: 86.96% | Recall: 92.16%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Neural Network     | AUC: 0.9131 | Accuracy: 83.70% | Recall: 83.33%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Logistic Regression | AUC: 0.8996 | Accuracy: 84.24% | Recall: 88.24%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SVM (Linear)       | AUC: 0.8852 | Accuracy: 84.78% | Recall: 87.25%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6. Decision Tree      | AUC: 0.7653 | Accuracy: 76.63% | Recall: 77.45%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A237E"/>
                </a:solidFill>
              </a:defRPr>
            </a:pPr>
            <a:r>
              <a:t>WHY RANDOM FOREST?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✓ Highest ROC-AUC score → Best discrimination between classes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✓ Highest Recall (87.25%) → Critical for medical diagnosis (fewer missed cases)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✓ Excellent generalization → Minimal gap between CV and test performance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✓ Interpretability → SHAP feature importance analysis available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✓ Production-ready → Fast inference, robust to new data variations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A237E"/>
                </a:solidFill>
              </a:defRPr>
            </a:pPr>
            <a:r>
              <a:t>TOP PREDICTIVE FEATURES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MaxHR (Maximum Heart Rate)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Oldpeak (ST depression from exercise)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